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8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Creative Studio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Powerful AI Content Generation Platform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MiniMax Matrix MCP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8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0" cy="731520"/>
          </a:xfrm>
          <a:prstGeom prst="rect">
            <a:avLst>
              <a:gd name="adj" fmla="val 6250"/>
            </a:avLst>
          </a:prstGeom>
          <a:solidFill>
            <a:srgbClr val="00356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Generation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731520" cy="731520"/>
          </a:xfrm>
          <a:prstGeom prst="rect">
            <a:avLst>
              <a:gd name="adj" fmla="val 6250"/>
            </a:avLst>
          </a:prstGeom>
          <a:solidFill>
            <a:srgbClr val="00356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20116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Generation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731520" cy="731520"/>
          </a:xfrm>
          <a:prstGeom prst="rect">
            <a:avLst>
              <a:gd name="adj" fmla="val 6250"/>
            </a:avLst>
          </a:prstGeom>
          <a:solidFill>
            <a:srgbClr val="00356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&amp; Music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731520" cy="731520"/>
          </a:xfrm>
          <a:prstGeom prst="rect">
            <a:avLst>
              <a:gd name="adj" fmla="val 6250"/>
            </a:avLst>
          </a:prstGeom>
          <a:solidFill>
            <a:srgbClr val="00356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40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38404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Processing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8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Generation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1005840"/>
          </a:xfrm>
          <a:prstGeom prst="rect">
            <a:avLst>
              <a:gd name="adj" fmla="val 7273"/>
            </a:avLst>
          </a:prstGeom>
          <a:solidFill>
            <a:srgbClr val="001D3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Text-to-Image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images from text descriptions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3840480" cy="1005840"/>
          </a:xfrm>
          <a:prstGeom prst="rect">
            <a:avLst>
              <a:gd name="adj" fmla="val 7273"/>
            </a:avLst>
          </a:prstGeom>
          <a:solidFill>
            <a:srgbClr val="001D3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Image-to-Image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existing images with AI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3840480" cy="1005840"/>
          </a:xfrm>
          <a:prstGeom prst="rect">
            <a:avLst>
              <a:gd name="adj" fmla="val 7273"/>
            </a:avLst>
          </a:prstGeom>
          <a:solidFill>
            <a:srgbClr val="001D3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66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Transfer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artistic styles to photos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3931920" cy="3566160"/>
          </a:xfrm>
          <a:prstGeom prst="rect">
            <a:avLst>
              <a:gd name="adj" fmla="val 2564"/>
            </a:avLst>
          </a:prstGeom>
          <a:solidFill>
            <a:srgbClr val="003566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Prompts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18288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"Futuristic city at sunset"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5603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"Cyberpunk portrait"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32918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"Abstract digital art"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8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Generation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2286000"/>
          </a:xfrm>
          <a:prstGeom prst="rect">
            <a:avLst>
              <a:gd name="adj" fmla="val 4000"/>
            </a:avLst>
          </a:prstGeom>
          <a:solidFill>
            <a:srgbClr val="001D3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Text-to-Video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dynamic videos from text descriptions. Perfect for marketing, social media, and creative projects.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2286000"/>
          </a:xfrm>
          <a:prstGeom prst="rect">
            <a:avLst>
              <a:gd name="adj" fmla="val 4000"/>
            </a:avLst>
          </a:prstGeom>
          <a:solidFill>
            <a:srgbClr val="001D3D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Image-to-Video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Animate static images into compelling video content. Bring photos to life with motion and transitions.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1097280"/>
          </a:xfrm>
          <a:prstGeom prst="rect">
            <a:avLst>
              <a:gd name="adj" fmla="val 6667"/>
            </a:avLst>
          </a:prstGeom>
          <a:solidFill>
            <a:srgbClr val="00356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"futuristic AI creative studio, holographic interface, digital art creation"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8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&amp; Music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2560320"/>
          </a:xfrm>
          <a:prstGeom prst="rect">
            <a:avLst>
              <a:gd name="adj" fmla="val 3571"/>
            </a:avLst>
          </a:prstGeom>
          <a:solidFill>
            <a:srgbClr val="001D3D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463040"/>
            <a:ext cx="914400" cy="914400"/>
          </a:xfrm>
          <a:prstGeom prst="ellipse">
            <a:avLst/>
          </a:prstGeom>
          <a:solidFill>
            <a:srgbClr val="00356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560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Text-to-Speech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voice synthesis with multiple languages and tones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2560320"/>
          </a:xfrm>
          <a:prstGeom prst="rect">
            <a:avLst>
              <a:gd name="adj" fmla="val 3571"/>
            </a:avLst>
          </a:prstGeom>
          <a:solidFill>
            <a:srgbClr val="001D3D"/>
          </a:solidFill>
          <a:ln/>
        </p:spPr>
      </p:sp>
      <p:sp>
        <p:nvSpPr>
          <p:cNvPr id="10" name="Shape 8"/>
          <p:cNvSpPr/>
          <p:nvPr/>
        </p:nvSpPr>
        <p:spPr>
          <a:xfrm>
            <a:off x="4206240" y="1463040"/>
            <a:ext cx="914400" cy="914400"/>
          </a:xfrm>
          <a:prstGeom prst="ellipse">
            <a:avLst/>
          </a:prstGeom>
          <a:solidFill>
            <a:srgbClr val="003566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2560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Text-to-Music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3108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background music in various styles and moods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651760" cy="2560320"/>
          </a:xfrm>
          <a:prstGeom prst="rect">
            <a:avLst>
              <a:gd name="adj" fmla="val 3571"/>
            </a:avLst>
          </a:prstGeom>
          <a:solidFill>
            <a:srgbClr val="001D3D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0" y="1463040"/>
            <a:ext cx="914400" cy="914400"/>
          </a:xfrm>
          <a:prstGeom prst="ellipse">
            <a:avLst/>
          </a:prstGeom>
          <a:solidFill>
            <a:srgbClr val="003566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560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Analysis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3108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Transcribe and understand audio content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8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Processing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011680" cy="1371600"/>
          </a:xfrm>
          <a:prstGeom prst="rect">
            <a:avLst>
              <a:gd name="adj" fmla="val 6667"/>
            </a:avLst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651760" y="1097280"/>
            <a:ext cx="2011680" cy="1371600"/>
          </a:xfrm>
          <a:prstGeom prst="rect">
            <a:avLst>
              <a:gd name="adj" fmla="val 6667"/>
            </a:avLst>
          </a:prstGeom>
          <a:solidFill>
            <a:srgbClr val="E85D04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0972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2011680" cy="1371600"/>
          </a:xfrm>
          <a:prstGeom prst="rect">
            <a:avLst>
              <a:gd name="adj" fmla="val 6667"/>
            </a:avLst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972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040880" y="1097280"/>
            <a:ext cx="2011680" cy="1371600"/>
          </a:xfrm>
          <a:prstGeom prst="rect">
            <a:avLst>
              <a:gd name="adj" fmla="val 6667"/>
            </a:avLst>
          </a:prstGeom>
          <a:solidFill>
            <a:srgbClr val="3A86FF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0" y="10972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8229600" cy="2011680"/>
          </a:xfrm>
          <a:prstGeom prst="rect">
            <a:avLst>
              <a:gd name="adj" fmla="val 4545"/>
            </a:avLst>
          </a:prstGeom>
          <a:solidFill>
            <a:srgbClr val="001D3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33832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professional reports and presentations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7490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data visualizations and charts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1148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and analyze existing documents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4805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between multiple formats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814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3931920" y="2560320"/>
            <a:ext cx="1280160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926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Creative Studio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MiniMax Matrix MCP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0" y="4663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2026-05-04T05:30:31Z</dcterms:created>
  <dcterms:modified xsi:type="dcterms:W3CDTF">2026-05-04T05:30:31Z</dcterms:modified>
</cp:coreProperties>
</file>